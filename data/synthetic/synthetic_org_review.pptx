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Executive mobile phone is +1-555-912-3841 for emergency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Architecture &amp; Leadership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Governance Review - Cadence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Risk Division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Chief Information Security Officer: Bartholomew Nkemdirim</a:t>
            </a:r>
          </a:p>
          <a:p>
            <a:r>
              <a:t>Email: bartholomew.n@cadence-group.org | Employee ID: EMP-10492</a:t>
            </a:r>
          </a:p>
          <a:p>
            <a:r>
              <a:t>Committee: Vendor Risk Management Group (Governing Authority)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